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82840-C7C3-4148-AAAC-62D7BF52FFE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289C18-D149-4609-9961-E7646714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97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89C18-D149-4609-9961-E764671473A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922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517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14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756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07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0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39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65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85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63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940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172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27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24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833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062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703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84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93195-B492-4059-9617-B1B944E642A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6EC68-F4DC-4050-BC1A-3F261C704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58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0537C-0CBA-B0FD-2C4D-7B4E49C98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840" y="827464"/>
            <a:ext cx="8668719" cy="57582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BCF866D-AD83-686F-149F-F0282B4F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Arial Black" panose="020B0A04020102020204" pitchFamily="34" charset="0"/>
              </a:rPr>
              <a:t>Danny’s Diner SQL Case Study</a:t>
            </a:r>
          </a:p>
        </p:txBody>
      </p:sp>
    </p:spTree>
    <p:extLst>
      <p:ext uri="{BB962C8B-B14F-4D97-AF65-F5344CB8AC3E}">
        <p14:creationId xmlns:p14="http://schemas.microsoft.com/office/powerpoint/2010/main" val="20567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41A2-F4B4-F992-9FC1-8DE14D3E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701"/>
            <a:ext cx="10515600" cy="1638728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b="1" dirty="0">
                <a:latin typeface="Arial Black" panose="020B0A04020102020204" pitchFamily="34" charset="0"/>
              </a:rPr>
              <a:t>Entity Relationship Diagram</a:t>
            </a:r>
            <a:br>
              <a:rPr lang="en-IN" b="1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F2ECC2-6801-8865-BD15-24178E92D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66" y="976045"/>
            <a:ext cx="10096547" cy="57432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2649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86CB-D46A-D0CE-109D-4F226EA8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What is the total amount each customer spent at the restaurant?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DE9447B-44FF-0EFF-9125-260651A033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71" y="1911583"/>
            <a:ext cx="9022574" cy="38008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3B198AA-22D7-9948-C9D4-54EB0D7AF5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131" y="2484864"/>
            <a:ext cx="4563869" cy="26786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3510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255E-3AF2-E060-7C78-D0F3C3BB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How many days has each customer visited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restaurant?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A8578E-F752-27FA-63A2-8854A4B5F4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1118" y="1839485"/>
            <a:ext cx="11349764" cy="28953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8FF4C4-5A89-DC4A-76B2-9A96F1B02A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77084" y="3599712"/>
            <a:ext cx="4560221" cy="22702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17208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AEAD-CBFA-C3BE-BF15-3388B7E8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What was the first item from the menu purchased by each customer?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5AF613-85F8-989E-A02A-F1B10C3674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3289" y="1996660"/>
            <a:ext cx="7339913" cy="37054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141843-E560-5F56-44D6-E63747597A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50812" y="2207884"/>
            <a:ext cx="4931596" cy="34942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44212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DFA2-8462-42B2-4AEE-2365054F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What is the most purchased item on the menu and how many times was it purchased by all customers?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25ED5F-2732-DAE9-C63A-789403EBB1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9833" y="2003461"/>
            <a:ext cx="7823262" cy="36912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63E83E-9F24-A33B-A55F-4A5C688E84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33312" y="3661126"/>
            <a:ext cx="4828855" cy="20335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6644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E116-2AE8-19DA-7440-FEE8FA95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Which item was the most popular for each customer?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1FE2AE-CF33-E3EB-54BD-1C7AD5CFF1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0626" y="1824270"/>
            <a:ext cx="10506856" cy="3097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2655943-1665-8B8D-3792-601143560E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66089" y="3651705"/>
            <a:ext cx="4901467" cy="27400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30449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606E-AD15-7E53-4087-6A2B7B89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 Which item was purchased first by the customer after they became a member?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1FDB29-0D00-82EC-2332-6E6EF41BDB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7496" y="2001299"/>
            <a:ext cx="5980563" cy="38446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45FEFB6-B884-3C2B-2208-829FCA8560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41897" y="2866490"/>
            <a:ext cx="5270641" cy="21575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27379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8388732-6DA6-2604-A0CD-54008091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7. Which item was purchased just before the customer became a member?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5CAD9359-BFCF-8A17-BB83-A998BE608C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3052" y="1935922"/>
            <a:ext cx="5909148" cy="39483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0DC4A96C-F503-9615-074E-409BE2058D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0662" y="2854806"/>
            <a:ext cx="5505441" cy="24041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01484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514E-725F-0078-A799-A87F9C42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8. What is the total items and amount spent for each member before they became a member?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F37E8E-B529-A336-B82E-35053417F4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0692" y="1935921"/>
            <a:ext cx="9215919" cy="41744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D9A260-5722-F022-FB1A-7FF25D4F1D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0675" y="3429000"/>
            <a:ext cx="5898917" cy="1941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25571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5FD58-688F-5B62-5AC1-4F5F418F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9.  If each $1 spent equates to 10 points and sushi has a 2x points multiplier - how many points would each customer have?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1D3917-8674-E38E-A2A3-AC5774DD85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7891" y="2157574"/>
            <a:ext cx="6588112" cy="38970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4A0C01-D8DD-D095-1DE9-D28D295A71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51832" y="2930141"/>
            <a:ext cx="4615895" cy="23918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6049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D84-C2E4-6EA1-FA1B-2404FFFAB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57" y="616449"/>
            <a:ext cx="10909299" cy="1319472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10. In the first week after a customer joins the program (including their join date) they earn 2x points on all items, not just sushi - how many points do customer A and B have at the end of January?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2D0B32-D6D3-7B98-B187-0F9252EC2C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6064" y="2461194"/>
            <a:ext cx="6361041" cy="42397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2EE290-E9DF-5392-DCC2-5750E9511F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37797" y="3429000"/>
            <a:ext cx="4878139" cy="21279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272496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60</TotalTime>
  <Words>206</Words>
  <Application>Microsoft Office PowerPoint</Application>
  <PresentationFormat>Widescreen</PresentationFormat>
  <Paragraphs>13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Bookman Old Style</vt:lpstr>
      <vt:lpstr>Calibri</vt:lpstr>
      <vt:lpstr>Rockwell</vt:lpstr>
      <vt:lpstr>Damask</vt:lpstr>
      <vt:lpstr>Danny’s Diner SQL Case Study</vt:lpstr>
      <vt:lpstr>Entity Relationship Diagram </vt:lpstr>
      <vt:lpstr>1. What is the total amount each customer spent at the restaurant?</vt:lpstr>
      <vt:lpstr>2. How many days has each customer visited the restaurant?</vt:lpstr>
      <vt:lpstr>3. What was the first item from the menu purchased by each customer?</vt:lpstr>
      <vt:lpstr>4. What is the most purchased item on the menu and how many times was it purchased by all customers?</vt:lpstr>
      <vt:lpstr>5. Which item was the most popular for each customer?</vt:lpstr>
      <vt:lpstr>6. Which item was purchased first by the customer after they became a member?</vt:lpstr>
      <vt:lpstr>7. Which item was purchased just before the customer became a member?</vt:lpstr>
      <vt:lpstr>8. What is the total items and amount spent for each member before they became a member?</vt:lpstr>
      <vt:lpstr>9.  If each $1 spent equates to 10 points and sushi has a 2x points multiplier - how many points would each customer have?</vt:lpstr>
      <vt:lpstr>10. In the first week after a customer joins the program (including their join date) they earn 2x points on all items, not just sushi - how many points do customer A and B have at the end of January?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Shahane</dc:creator>
  <cp:lastModifiedBy>Tushar Shahane</cp:lastModifiedBy>
  <cp:revision>1</cp:revision>
  <dcterms:created xsi:type="dcterms:W3CDTF">2025-11-18T10:02:11Z</dcterms:created>
  <dcterms:modified xsi:type="dcterms:W3CDTF">2025-11-18T11:02:25Z</dcterms:modified>
</cp:coreProperties>
</file>